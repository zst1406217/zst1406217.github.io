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12"/>
  </p:handoutMasterIdLst>
  <p:sldIdLst>
    <p:sldId id="265" r:id="rId3"/>
    <p:sldId id="256" r:id="rId4"/>
    <p:sldId id="260" r:id="rId6"/>
    <p:sldId id="258" r:id="rId7"/>
    <p:sldId id="261" r:id="rId8"/>
    <p:sldId id="262" r:id="rId9"/>
    <p:sldId id="263" r:id="rId10"/>
    <p:sldId id="264" r:id="rId11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handoutMaster" Target="handoutMasters/handoutMaster1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3246377"/>
            <a:ext cx="9144000" cy="2187001"/>
          </a:xfrm>
        </p:spPr>
        <p:txBody>
          <a:bodyPr>
            <a:normAutofit fontScale="90000"/>
          </a:bodyPr>
          <a:p>
            <a:r>
              <a:rPr lang="zh-CN" altLang="en-US"/>
              <a:t>Multimodal-driven Talking Face Generation via a</a:t>
            </a:r>
            <a:br>
              <a:rPr lang="zh-CN" altLang="en-US"/>
            </a:br>
            <a:r>
              <a:rPr lang="zh-CN" altLang="en-US"/>
              <a:t>Unified Diffusion-based Generator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teas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875" y="0"/>
            <a:ext cx="11906885" cy="68573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7390" y="635"/>
            <a:ext cx="8230235" cy="68516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pipeline_swa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45" y="0"/>
            <a:ext cx="7534910" cy="68465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swap_sot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02895"/>
            <a:ext cx="12192000" cy="62522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show2"/>
          <p:cNvPicPr>
            <a:picLocks noChangeAspect="1"/>
          </p:cNvPicPr>
          <p:nvPr/>
        </p:nvPicPr>
        <p:blipFill>
          <a:blip r:embed="rId1"/>
          <a:srcRect r="33417"/>
          <a:stretch>
            <a:fillRect/>
          </a:stretch>
        </p:blipFill>
        <p:spPr>
          <a:xfrm>
            <a:off x="0" y="407670"/>
            <a:ext cx="12187555" cy="318325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174740" y="4250690"/>
            <a:ext cx="523938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Our method can handle face shape changes, while remains high quality. </a:t>
            </a:r>
            <a:endParaRPr lang="en-US" altLang="zh-CN" sz="32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095" y="4250690"/>
            <a:ext cx="43942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swap_abl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780" y="0"/>
            <a:ext cx="7718425" cy="53371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0075" y="5588000"/>
            <a:ext cx="4013200" cy="12700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8496300" y="5588000"/>
            <a:ext cx="264604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Small Mask is the </a:t>
            </a:r>
            <a:r>
              <a:rPr lang="en-US" altLang="zh-CN" sz="3200"/>
              <a:t>best</a:t>
            </a:r>
            <a:endParaRPr lang="en-US" altLang="zh-CN" sz="3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257"/>
            <a:ext cx="9144000" cy="2187001"/>
          </a:xfrm>
        </p:spPr>
        <p:txBody>
          <a:bodyPr/>
          <a:p>
            <a:r>
              <a:rPr lang="en-US" altLang="zh-CN"/>
              <a:t>Limitations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1157605" y="2854325"/>
            <a:ext cx="987679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/>
              <a:t>O</a:t>
            </a:r>
            <a:r>
              <a:rPr lang="zh-CN" altLang="en-US"/>
              <a:t>ur method retains some disadvantages of the diffusion model. For example, it takes about 30 seconds to generate</a:t>
            </a:r>
            <a:r>
              <a:rPr lang="en-US" altLang="zh-CN"/>
              <a:t> </a:t>
            </a:r>
            <a:r>
              <a:rPr lang="zh-CN" altLang="en-US"/>
              <a:t>a single face under the T = 1000 DDPM setting, which is</a:t>
            </a:r>
            <a:r>
              <a:rPr lang="en-US" altLang="zh-CN"/>
              <a:t> </a:t>
            </a:r>
            <a:r>
              <a:rPr lang="zh-CN" altLang="en-US"/>
              <a:t>unacceptable in the real application. We also do not train the model</a:t>
            </a:r>
            <a:r>
              <a:rPr lang="en-US" altLang="zh-CN"/>
              <a:t> </a:t>
            </a:r>
            <a:r>
              <a:rPr lang="zh-CN" altLang="en-US"/>
              <a:t>for a longer time, considering the high consumption of diffusion</a:t>
            </a:r>
            <a:r>
              <a:rPr lang="en-US" altLang="zh-CN"/>
              <a:t> </a:t>
            </a:r>
            <a:r>
              <a:rPr lang="zh-CN" altLang="en-US"/>
              <a:t>model. For efficiency, our model only support 256 × 256 image</a:t>
            </a:r>
            <a:r>
              <a:rPr lang="en-US" altLang="zh-CN"/>
              <a:t> generation. Although DDIM and LDMs have alleviated the above problems, we hope to propose an intuitive design like StyleGAN to allow efficient high-resolution face generation</a:t>
            </a:r>
            <a:endParaRPr lang="en-US" altLang="zh-C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723</Words>
  <Application>WPS 表格</Application>
  <PresentationFormat>宽屏</PresentationFormat>
  <Paragraphs>10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9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朱少廷</cp:lastModifiedBy>
  <cp:revision>26</cp:revision>
  <dcterms:created xsi:type="dcterms:W3CDTF">2023-03-14T03:31:57Z</dcterms:created>
  <dcterms:modified xsi:type="dcterms:W3CDTF">2023-03-14T03:31:57Z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2052-5.1.1.7662</vt:lpwstr>
  </property>
  <property fmtid="{D5CDD505-2E9C-101B-9397-08002B2CF9AE}" pid="3" name="ICV">
    <vt:lpwstr>54FD6F045F32EFD8883F0B6493392762</vt:lpwstr>
  </property>
</Properties>
</file>