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朱少廷</cp:lastModifiedBy>
  <cp:revision>12</cp:revision>
  <dcterms:created xsi:type="dcterms:W3CDTF">2023-03-10T14:32:57Z</dcterms:created>
  <dcterms:modified xsi:type="dcterms:W3CDTF">2023-03-10T14:32:57Z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2052-5.1.1.7662</vt:lpwstr>
  </property>
  <property fmtid="{D5CDD505-2E9C-101B-9397-08002B2CF9AE}" pid="3" name="ICV">
    <vt:lpwstr>54FD6F045F32EFD8883F0B6493392762</vt:lpwstr>
  </property>
</Properties>
</file>